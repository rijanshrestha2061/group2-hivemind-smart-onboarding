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06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hal Basnet" userId="661ea9d4217bc4b7" providerId="LiveId" clId="{79EE3FD2-FA38-4620-A1FB-0C507154DE12}"/>
    <pc:docChg chg="modSld">
      <pc:chgData name="Bishal Basnet" userId="661ea9d4217bc4b7" providerId="LiveId" clId="{79EE3FD2-FA38-4620-A1FB-0C507154DE12}" dt="2026-08-05T11:55:20.682" v="16" actId="20577"/>
      <pc:docMkLst>
        <pc:docMk/>
      </pc:docMkLst>
      <pc:sldChg chg="modNotesTx">
        <pc:chgData name="Bishal Basnet" userId="661ea9d4217bc4b7" providerId="LiveId" clId="{79EE3FD2-FA38-4620-A1FB-0C507154DE12}" dt="2026-08-04T23:53:01.184" v="0" actId="6549"/>
        <pc:sldMkLst>
          <pc:docMk/>
          <pc:sldMk cId="0" sldId="256"/>
        </pc:sldMkLst>
      </pc:sldChg>
      <pc:sldChg chg="modNotesTx">
        <pc:chgData name="Bishal Basnet" userId="661ea9d4217bc4b7" providerId="LiveId" clId="{79EE3FD2-FA38-4620-A1FB-0C507154DE12}" dt="2026-08-04T23:53:08.409" v="1" actId="6549"/>
        <pc:sldMkLst>
          <pc:docMk/>
          <pc:sldMk cId="0" sldId="257"/>
        </pc:sldMkLst>
      </pc:sldChg>
      <pc:sldChg chg="modNotesTx">
        <pc:chgData name="Bishal Basnet" userId="661ea9d4217bc4b7" providerId="LiveId" clId="{79EE3FD2-FA38-4620-A1FB-0C507154DE12}" dt="2026-08-04T23:53:16.880" v="3" actId="6549"/>
        <pc:sldMkLst>
          <pc:docMk/>
          <pc:sldMk cId="0" sldId="258"/>
        </pc:sldMkLst>
      </pc:sldChg>
      <pc:sldChg chg="modNotesTx">
        <pc:chgData name="Bishal Basnet" userId="661ea9d4217bc4b7" providerId="LiveId" clId="{79EE3FD2-FA38-4620-A1FB-0C507154DE12}" dt="2026-08-04T23:53:21.340" v="4" actId="6549"/>
        <pc:sldMkLst>
          <pc:docMk/>
          <pc:sldMk cId="0" sldId="259"/>
        </pc:sldMkLst>
      </pc:sldChg>
      <pc:sldChg chg="modNotesTx">
        <pc:chgData name="Bishal Basnet" userId="661ea9d4217bc4b7" providerId="LiveId" clId="{79EE3FD2-FA38-4620-A1FB-0C507154DE12}" dt="2026-08-04T23:53:25.157" v="5" actId="6549"/>
        <pc:sldMkLst>
          <pc:docMk/>
          <pc:sldMk cId="0" sldId="260"/>
        </pc:sldMkLst>
      </pc:sldChg>
      <pc:sldChg chg="modNotesTx">
        <pc:chgData name="Bishal Basnet" userId="661ea9d4217bc4b7" providerId="LiveId" clId="{79EE3FD2-FA38-4620-A1FB-0C507154DE12}" dt="2026-08-04T23:53:28.869" v="6" actId="20577"/>
        <pc:sldMkLst>
          <pc:docMk/>
          <pc:sldMk cId="0" sldId="261"/>
        </pc:sldMkLst>
      </pc:sldChg>
      <pc:sldChg chg="modSp mod modNotesTx">
        <pc:chgData name="Bishal Basnet" userId="661ea9d4217bc4b7" providerId="LiveId" clId="{79EE3FD2-FA38-4620-A1FB-0C507154DE12}" dt="2026-08-05T11:55:20.682" v="16" actId="20577"/>
        <pc:sldMkLst>
          <pc:docMk/>
          <pc:sldMk cId="0" sldId="262"/>
        </pc:sldMkLst>
        <pc:spChg chg="mod">
          <ac:chgData name="Bishal Basnet" userId="661ea9d4217bc4b7" providerId="LiveId" clId="{79EE3FD2-FA38-4620-A1FB-0C507154DE12}" dt="2026-08-05T11:55:15.813" v="1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Bishal Basnet" userId="661ea9d4217bc4b7" providerId="LiveId" clId="{79EE3FD2-FA38-4620-A1FB-0C507154DE12}" dt="2026-08-05T11:55:20.682" v="16" actId="20577"/>
          <ac:spMkLst>
            <pc:docMk/>
            <pc:sldMk cId="0" sldId="262"/>
            <ac:spMk id="35" creationId="{00000000-0000-0000-0000-000000000000}"/>
          </ac:spMkLst>
        </pc:spChg>
      </pc:sldChg>
      <pc:sldChg chg="modNotesTx">
        <pc:chgData name="Bishal Basnet" userId="661ea9d4217bc4b7" providerId="LiveId" clId="{79EE3FD2-FA38-4620-A1FB-0C507154DE12}" dt="2026-08-04T23:53:37.072" v="8" actId="20577"/>
        <pc:sldMkLst>
          <pc:docMk/>
          <pc:sldMk cId="0" sldId="263"/>
        </pc:sldMkLst>
      </pc:sldChg>
      <pc:sldChg chg="modNotesTx">
        <pc:chgData name="Bishal Basnet" userId="661ea9d4217bc4b7" providerId="LiveId" clId="{79EE3FD2-FA38-4620-A1FB-0C507154DE12}" dt="2026-08-04T23:53:42.176" v="9" actId="20577"/>
        <pc:sldMkLst>
          <pc:docMk/>
          <pc:sldMk cId="0" sldId="264"/>
        </pc:sldMkLst>
      </pc:sldChg>
      <pc:sldChg chg="modNotesTx">
        <pc:chgData name="Bishal Basnet" userId="661ea9d4217bc4b7" providerId="LiveId" clId="{79EE3FD2-FA38-4620-A1FB-0C507154DE12}" dt="2026-08-04T23:53:46.895" v="10" actId="20577"/>
        <pc:sldMkLst>
          <pc:docMk/>
          <pc:sldMk cId="0" sldId="265"/>
        </pc:sldMkLst>
      </pc:sldChg>
      <pc:sldChg chg="modNotesTx">
        <pc:chgData name="Bishal Basnet" userId="661ea9d4217bc4b7" providerId="LiveId" clId="{79EE3FD2-FA38-4620-A1FB-0C507154DE12}" dt="2026-08-04T23:53:52.464" v="11" actId="20577"/>
        <pc:sldMkLst>
          <pc:docMk/>
          <pc:sldMk cId="0" sldId="266"/>
        </pc:sldMkLst>
      </pc:sldChg>
      <pc:sldChg chg="modNotesTx">
        <pc:chgData name="Bishal Basnet" userId="661ea9d4217bc4b7" providerId="LiveId" clId="{79EE3FD2-FA38-4620-A1FB-0C507154DE12}" dt="2026-08-04T23:53:56.491" v="12" actId="2057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028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793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HIVEMIND × RAVENSBOURNE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Onboarding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new employees feel confident, informed, and connected from Day One.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·  Bashudev Upreti · Rijan Shrestha · Deepak Thapa · Shubham Parajuli · Bishal Basnet · Dhiraj Mandal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Smart Onboarding?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new employees feel confident, informed, and connected from Day One — by replacing scattered systems and generic training with one guided, trustworthy experience.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3995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6 real interviews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988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4379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pain points into 4 hypotheses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828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4764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IA, wireframes, hi-fi prototype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66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5148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usability testing with 4 professionals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5508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2143354"/>
            <a:ext cx="285293" cy="28529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2057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29400" y="2743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- industry sprint with HiveMind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55080" y="33192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29400" y="33649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6-person team, 4-week collaborative sprint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55080" y="39410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39867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research, IA, wireframes, hi-fi prototype, usability validation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355080" y="45628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29400" y="46085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a new employee in their first month at a mid-size company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real interviews, 8 recurring pain-point themes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(P01-P06)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40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UX/AI Designer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Coordinator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151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Analyst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783080"/>
            <a:ext cx="18288" cy="4114800"/>
          </a:xfrm>
          <a:prstGeom prst="rect">
            <a:avLst/>
          </a:prstGeom>
          <a:solidFill>
            <a:srgbClr val="DDE6E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0749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 across systems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22860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7325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confusion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94436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74920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first 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294436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732520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box-ticking training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02736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074920" y="3602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who to ask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3602736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732520" y="3602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next step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261104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074920" y="42611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check-ins valued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4261104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732520" y="42611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 needs transparency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overwhelmed to confident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199339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99339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0350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week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41080" y="199339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778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but anxious - too many systems at once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one app with a prioritised Day 1 checklist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- no explanation of what matters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4290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progress bar + one-tap 'who to ask'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722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training, version confusion, unclear ownership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1722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content + single source of truth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78240" y="3017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9154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next step; AI not trusted without a source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47548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915400" y="4846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progress tracker + source-cited AI support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hypotheses, grounded in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3372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first steps + visible progress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 Day 1 checklist with a live progress tracker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593592" y="21945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3372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93592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Centralised information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93592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documents - always current, always dated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364224" y="2194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70" y="233720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64224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Trustworthy, contextual support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64224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contact for any task; AI answers show source + last update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60536" y="19202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9134856" y="21945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502" y="2337206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4856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34856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Role-specific content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34856" y="4251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tailored to the role, not generic-only training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onboarding system, not a Day 1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023360" y="173736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A2E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02336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4018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8872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318394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6042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46888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108960" y="3063240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661" y="318394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Tasks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28066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38912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502920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01" y="318394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8056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Learning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0090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30936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949440" y="3063240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141" y="318394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Hub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12114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822960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8869680" y="3063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4" descr="icon_mes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0381" y="3183941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2104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Support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1041380" y="2331720"/>
            <a:ext cx="0" cy="502920"/>
          </a:xfrm>
          <a:prstGeom prst="line">
            <a:avLst/>
          </a:prstGeom>
          <a:noFill/>
          <a:ln w="19050">
            <a:solidFill>
              <a:srgbClr val="C7D5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10149840" y="283464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10789920" y="3063240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5" descr="icon_c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0621" y="318394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024128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Smart Support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4800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Reworked after tutor feedback: originally organised around Day 1 / Week 1, now organised around function - so it scales across the whole onboarding lifecycle.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connected screens, one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19638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 + smart reminders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1874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361688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89" y="219638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Checklist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8348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tasks, live progress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0" y="18745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973568" y="20756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269" y="219638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AI Help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9536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answers, human handoff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40156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49808" y="3602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3723437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1 - Your Role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716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learning modules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60520" y="340156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4361688" y="3602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icon_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2389" y="372343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Documents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98348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current version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772400" y="340156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7973568" y="3602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_mes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4269" y="3723437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Support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9536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HR, IT, or manager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074920"/>
            <a:ext cx="10607040" cy="594360"/>
          </a:xfrm>
          <a:prstGeom prst="roundRect">
            <a:avLst>
              <a:gd name="adj" fmla="val 15385"/>
            </a:avLst>
          </a:prstGeom>
          <a:solidFill>
            <a:srgbClr val="1A2E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27"/>
          <p:cNvSpPr/>
          <p:nvPr/>
        </p:nvSpPr>
        <p:spPr>
          <a:xfrm>
            <a:off x="731520" y="50749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clickable prototype in Figma - includes confirmation states, document preview, and notifications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total)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&amp; UNIQUE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static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337206"/>
            <a:ext cx="309067" cy="3090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22402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10896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surfaces overdue or upcoming tasks on the dashboard - the user never has to remember to check their checklist.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6052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434840" y="2194560"/>
            <a:ext cx="594360" cy="59436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2337206"/>
            <a:ext cx="309067" cy="30906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0840" y="22402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672084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348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Suggestion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43484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the question is about, then routes automatically to HR, IT, or the manager - no flat contact list to search through.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77240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EDEB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8046720" y="2194560"/>
            <a:ext cx="594360" cy="59436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366" y="2337206"/>
            <a:ext cx="309067" cy="30906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32720" y="22402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10332720" y="2240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0467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Source-Cited AI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04672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answer shows where it came from and when it was last updated, and hands off to a human for HR, salary, or disciplinary questions.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with 4 working professionals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955280" cy="21488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document via AI assistant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doc + source within 2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succeeded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IT contact via support suggestion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contact within 30 sec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4/4, ~45s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Day 1 tasks, know what's next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priority identified within 1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succeeded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Recognise role-specific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describes role-tailoring unprompted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succeeded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874520"/>
            <a:ext cx="2971800" cy="2148840"/>
          </a:xfrm>
          <a:prstGeom prst="roundRect">
            <a:avLst>
              <a:gd name="adj" fmla="val 4255"/>
            </a:avLst>
          </a:prstGeom>
          <a:solidFill>
            <a:srgbClr val="E6F5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73252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915400" y="2971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by every participant, across all 4 hypotheses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status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7"/>
          <p:cNvSpPr/>
          <p:nvPr/>
        </p:nvSpPr>
        <p:spPr>
          <a:xfrm>
            <a:off x="822960" y="4572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H1 - Guided steps +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4632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50840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" y="4992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H2 - Centralised information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46320" y="4992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5046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0A0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22960" y="5413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H3 - Trustworthy support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46320" y="5413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9253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22960" y="5833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H4 - Role-specific content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46320" y="5833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changed,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206654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219382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FEEDBACK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508760" y="2231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too focused on Day 1 / Week 1 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2029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Reorganised into 6 function-based sections covering the full lifecycle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77240" y="302666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24" y="3153948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53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FEEDBACK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508760" y="31912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 only described in text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77840" y="299008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Made Smart Reminders and Support Suggestion visible, dedicated screens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777240" y="398678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4114068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9136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REVIEW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508760" y="4151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confirmation or empty states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577840" y="395020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Added Task Completed, Request Submitted, and Notification popups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80060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77240" y="494690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5074188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873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508760" y="5111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suggestion took 45s vs 30s target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77840" y="491032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Flagged for simplifying the category-selection step next round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one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Bashudev Upreti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the sprint, ran the Week 2 self-check, structured this presentation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062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4348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541" y="22238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Rijan Shrestha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348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&amp; Validation Lead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34840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pain points, wrote the test script, recruited and ran usability testing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863840" y="1874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3141" y="222382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Thapa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0924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IA Designer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092440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information architecture and defined the critical user tasks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41897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Parajuli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77240" y="4937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Prototype Developer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7724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wireframes, the hi-fi design system, and the 16-screen clickable prototype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06240" y="38404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44348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4" descr="icon_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541" y="4189781"/>
            <a:ext cx="261518" cy="26151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3484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Bishal Basnet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434840" y="4937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Feasibility Lead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43484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feasibility at every stage, built a working React code slice, ran a heuristic review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863840" y="38404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2F7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28"/>
          <p:cNvSpPr/>
          <p:nvPr/>
        </p:nvSpPr>
        <p:spPr>
          <a:xfrm>
            <a:off x="80924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5" descr="icon_a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141" y="4189781"/>
            <a:ext cx="261518" cy="26151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092440" y="4663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Dhiraj Mandal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092440" y="4937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Evidence Lead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09244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the weekly log, decision log, and repository organisation throughout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 - helping new employees feel confident, informed, and connected from Day 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948</Words>
  <Application>Microsoft Office PowerPoint</Application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Bishal Basnet</cp:lastModifiedBy>
  <cp:revision>2</cp:revision>
  <dcterms:created xsi:type="dcterms:W3CDTF">2026-08-04T22:41:24Z</dcterms:created>
  <dcterms:modified xsi:type="dcterms:W3CDTF">2026-08-05T11:55:23Z</dcterms:modified>
</cp:coreProperties>
</file>